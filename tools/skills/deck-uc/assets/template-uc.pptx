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24479250" cy="13679488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upo 37"/>
          <p:cNvGrpSpPr/>
          <p:nvPr/>
        </p:nvGrpSpPr>
        <p:grpSpPr>
          <a:xfrm>
            <a:off x="0" y="-360"/>
            <a:ext cx="24479280" cy="13680000"/>
            <a:chOff x="0" y="-360"/>
            <a:chExt cx="24479280" cy="13680000"/>
          </a:xfrm>
        </p:grpSpPr>
        <p:sp>
          <p:nvSpPr>
            <p:cNvPr id="1" name="Rectángulo 51"/>
            <p:cNvSpPr/>
            <p:nvPr/>
          </p:nvSpPr>
          <p:spPr>
            <a:xfrm>
              <a:off x="0" y="0"/>
              <a:ext cx="24479280" cy="360360"/>
            </a:xfrm>
            <a:prstGeom prst="rect">
              <a:avLst/>
            </a:prstGeom>
            <a:solidFill>
              <a:srgbClr val="2f7c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>
                <a:tabLst>
                  <a:tab algn="l" pos="0"/>
                  <a:tab algn="l" pos="825480"/>
                  <a:tab algn="l" pos="1650960"/>
                  <a:tab algn="l" pos="2476440"/>
                  <a:tab algn="l" pos="3301920"/>
                  <a:tab algn="l" pos="4127400"/>
                  <a:tab algn="l" pos="4952880"/>
                  <a:tab algn="l" pos="5778360"/>
                  <a:tab algn="l" pos="6603840"/>
                  <a:tab algn="l" pos="7429680"/>
                  <a:tab algn="l" pos="8255160"/>
                  <a:tab algn="l" pos="9080640"/>
                  <a:tab algn="l" pos="9906120"/>
                  <a:tab algn="l" pos="10731600"/>
                </a:tabLst>
              </a:pPr>
              <a:endParaRPr b="1" lang="en-US" sz="3000" strike="noStrike" u="none">
                <a:solidFill>
                  <a:srgbClr val="000000"/>
                </a:solidFill>
                <a:effectLst/>
                <a:uFillTx/>
                <a:latin typeface="Helvetica Neue"/>
              </a:endParaRPr>
            </a:p>
          </p:txBody>
        </p:sp>
        <p:sp>
          <p:nvSpPr>
            <p:cNvPr id="2" name="Rectángulo 50"/>
            <p:cNvSpPr/>
            <p:nvPr/>
          </p:nvSpPr>
          <p:spPr>
            <a:xfrm>
              <a:off x="0" y="13319280"/>
              <a:ext cx="24479280" cy="360360"/>
            </a:xfrm>
            <a:prstGeom prst="rect">
              <a:avLst/>
            </a:prstGeom>
            <a:solidFill>
              <a:srgbClr val="2f7c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>
                <a:tabLst>
                  <a:tab algn="l" pos="0"/>
                  <a:tab algn="l" pos="825480"/>
                  <a:tab algn="l" pos="1650960"/>
                  <a:tab algn="l" pos="2476440"/>
                  <a:tab algn="l" pos="3301920"/>
                  <a:tab algn="l" pos="4127400"/>
                  <a:tab algn="l" pos="4952880"/>
                  <a:tab algn="l" pos="5778360"/>
                  <a:tab algn="l" pos="6603840"/>
                  <a:tab algn="l" pos="7429680"/>
                  <a:tab algn="l" pos="8255160"/>
                  <a:tab algn="l" pos="9080640"/>
                  <a:tab algn="l" pos="9906120"/>
                  <a:tab algn="l" pos="10731600"/>
                </a:tabLst>
              </a:pPr>
              <a:endParaRPr b="1" lang="en-US" sz="3000" strike="noStrike" u="none">
                <a:solidFill>
                  <a:srgbClr val="000000"/>
                </a:solidFill>
                <a:effectLst/>
                <a:uFillTx/>
                <a:latin typeface="Helvetica Neue"/>
              </a:endParaRPr>
            </a:p>
          </p:txBody>
        </p:sp>
        <p:sp>
          <p:nvSpPr>
            <p:cNvPr id="3" name="Rectángulo 52"/>
            <p:cNvSpPr/>
            <p:nvPr/>
          </p:nvSpPr>
          <p:spPr>
            <a:xfrm rot="16200000">
              <a:off x="-6659280" y="6659280"/>
              <a:ext cx="13679640" cy="360360"/>
            </a:xfrm>
            <a:prstGeom prst="rect">
              <a:avLst/>
            </a:prstGeom>
            <a:solidFill>
              <a:srgbClr val="2f7c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>
                <a:tabLst>
                  <a:tab algn="l" pos="0"/>
                  <a:tab algn="l" pos="825480"/>
                  <a:tab algn="l" pos="1650960"/>
                  <a:tab algn="l" pos="2476440"/>
                  <a:tab algn="l" pos="3301920"/>
                  <a:tab algn="l" pos="4127400"/>
                  <a:tab algn="l" pos="4952880"/>
                  <a:tab algn="l" pos="5778360"/>
                  <a:tab algn="l" pos="6603840"/>
                  <a:tab algn="l" pos="7429680"/>
                  <a:tab algn="l" pos="8255160"/>
                  <a:tab algn="l" pos="9080640"/>
                  <a:tab algn="l" pos="9906120"/>
                  <a:tab algn="l" pos="10731600"/>
                </a:tabLst>
              </a:pPr>
              <a:endParaRPr b="1" lang="en-US" sz="3000" strike="noStrike" u="none">
                <a:solidFill>
                  <a:srgbClr val="000000"/>
                </a:solidFill>
                <a:effectLst/>
                <a:uFillTx/>
                <a:latin typeface="Helvetica Neue"/>
              </a:endParaRPr>
            </a:p>
          </p:txBody>
        </p:sp>
        <p:sp>
          <p:nvSpPr>
            <p:cNvPr id="4" name="Rectángulo 53"/>
            <p:cNvSpPr/>
            <p:nvPr/>
          </p:nvSpPr>
          <p:spPr>
            <a:xfrm rot="16200000">
              <a:off x="17459280" y="6659280"/>
              <a:ext cx="13679640" cy="360360"/>
            </a:xfrm>
            <a:prstGeom prst="rect">
              <a:avLst/>
            </a:prstGeom>
            <a:solidFill>
              <a:srgbClr val="2f7c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>
                <a:tabLst>
                  <a:tab algn="l" pos="0"/>
                  <a:tab algn="l" pos="825480"/>
                  <a:tab algn="l" pos="1650960"/>
                  <a:tab algn="l" pos="2476440"/>
                  <a:tab algn="l" pos="3301920"/>
                  <a:tab algn="l" pos="4127400"/>
                  <a:tab algn="l" pos="4952880"/>
                  <a:tab algn="l" pos="5778360"/>
                  <a:tab algn="l" pos="6603840"/>
                  <a:tab algn="l" pos="7429680"/>
                  <a:tab algn="l" pos="8255160"/>
                  <a:tab algn="l" pos="9080640"/>
                  <a:tab algn="l" pos="9906120"/>
                  <a:tab algn="l" pos="10731600"/>
                </a:tabLst>
              </a:pPr>
              <a:endParaRPr b="1" lang="en-US" sz="3000" strike="noStrike" u="none">
                <a:solidFill>
                  <a:srgbClr val="000000"/>
                </a:solidFill>
                <a:effectLst/>
                <a:uFillTx/>
                <a:latin typeface="Helvetica Neue"/>
              </a:endParaRPr>
            </a:p>
          </p:txBody>
        </p:sp>
      </p:grpSp>
      <p:sp>
        <p:nvSpPr>
          <p:cNvPr id="5" name="Rectángulo 34"/>
          <p:cNvSpPr/>
          <p:nvPr/>
        </p:nvSpPr>
        <p:spPr>
          <a:xfrm>
            <a:off x="15347880" y="13319280"/>
            <a:ext cx="1084320" cy="360360"/>
          </a:xfrm>
          <a:prstGeom prst="rect">
            <a:avLst/>
          </a:prstGeom>
          <a:solidFill>
            <a:srgbClr val="fdd90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6" name="Rectángulo 46"/>
          <p:cNvSpPr/>
          <p:nvPr/>
        </p:nvSpPr>
        <p:spPr>
          <a:xfrm>
            <a:off x="16432200" y="13319280"/>
            <a:ext cx="1440000" cy="360360"/>
          </a:xfrm>
          <a:prstGeom prst="rect">
            <a:avLst/>
          </a:prstGeom>
          <a:solidFill>
            <a:srgbClr val="555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7" name="Rectángulo 47"/>
          <p:cNvSpPr/>
          <p:nvPr/>
        </p:nvSpPr>
        <p:spPr>
          <a:xfrm>
            <a:off x="17851320" y="13319280"/>
            <a:ext cx="2070360" cy="360360"/>
          </a:xfrm>
          <a:prstGeom prst="rect">
            <a:avLst/>
          </a:prstGeom>
          <a:solidFill>
            <a:srgbClr val="0047b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8" name="Rectángulo 48"/>
          <p:cNvSpPr/>
          <p:nvPr/>
        </p:nvSpPr>
        <p:spPr>
          <a:xfrm>
            <a:off x="19921680" y="13319280"/>
            <a:ext cx="2842920" cy="360360"/>
          </a:xfrm>
          <a:prstGeom prst="rect">
            <a:avLst/>
          </a:prstGeom>
          <a:solidFill>
            <a:srgbClr val="04c9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pic>
        <p:nvPicPr>
          <p:cNvPr id="9" name="Imagen 1" descr="UC I CHILE1.jpg"/>
          <p:cNvPicPr/>
          <p:nvPr/>
        </p:nvPicPr>
        <p:blipFill>
          <a:blip r:embed="rId2"/>
          <a:stretch/>
        </p:blipFill>
        <p:spPr>
          <a:xfrm>
            <a:off x="5702400" y="4305240"/>
            <a:ext cx="13066560" cy="5064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030800" y="5265360"/>
            <a:ext cx="16224120" cy="315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9600" strike="noStrike" u="none">
                <a:solidFill>
                  <a:srgbClr val="3d7edb"/>
                </a:solidFill>
                <a:effectLst/>
                <a:uFillTx/>
                <a:latin typeface="Calibri"/>
              </a:rPr>
              <a:t>Click to edit the title text format</a:t>
            </a:r>
            <a:endParaRPr b="1" lang="en-US" sz="9600" strike="noStrike" u="none">
              <a:solidFill>
                <a:srgbClr val="3d7edb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124400" y="8424360"/>
            <a:ext cx="16192440" cy="370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5000" lnSpcReduction="9999"/>
          </a:bodyPr>
          <a:p>
            <a:pPr marL="343080" indent="-343080" algn="r">
              <a:spcBef>
                <a:spcPts val="799"/>
              </a:spcBef>
              <a:buClr>
                <a:srgbClr val="3d7edb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3d7edb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3d7edb"/>
              </a:solidFill>
              <a:effectLst/>
              <a:uFillTx/>
              <a:latin typeface="Calibri"/>
            </a:endParaRPr>
          </a:p>
          <a:p>
            <a:pPr lvl="1" marL="743040" indent="-285840" algn="r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3d7edb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3d7edb"/>
              </a:solidFill>
              <a:effectLst/>
              <a:uFillTx/>
              <a:latin typeface="Calibri"/>
            </a:endParaRPr>
          </a:p>
          <a:p>
            <a:pPr lvl="2" marL="1143000" indent="-228600" algn="r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3d7edb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3d7edb"/>
              </a:solidFill>
              <a:effectLst/>
              <a:uFillTx/>
              <a:latin typeface="Calibri"/>
            </a:endParaRPr>
          </a:p>
          <a:p>
            <a:pPr lvl="3" marL="1600200" indent="-228600" algn="r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3d7edb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3d7edb"/>
              </a:solidFill>
              <a:effectLst/>
              <a:uFillTx/>
              <a:latin typeface="Calibri"/>
            </a:endParaRPr>
          </a:p>
          <a:p>
            <a:pPr lvl="4" marL="2057400" indent="-228600" algn="r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3d7edb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3d7edb"/>
              </a:solidFill>
              <a:effectLst/>
              <a:uFillTx/>
              <a:latin typeface="Calibri"/>
            </a:endParaRPr>
          </a:p>
          <a:p>
            <a:pPr lvl="5" marL="2057400" indent="-228600" algn="r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3d7edb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3d7edb"/>
              </a:solidFill>
              <a:effectLst/>
              <a:uFillTx/>
              <a:latin typeface="Calibri"/>
            </a:endParaRPr>
          </a:p>
          <a:p>
            <a:pPr lvl="6" marL="2057400" indent="-228600" algn="r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3d7edb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3d7edb"/>
              </a:solidFill>
              <a:effectLst/>
              <a:uFillTx/>
              <a:latin typeface="Calibri"/>
            </a:endParaRPr>
          </a:p>
        </p:txBody>
      </p:sp>
      <p:grpSp>
        <p:nvGrpSpPr>
          <p:cNvPr id="12" name="Grupo 37"/>
          <p:cNvGrpSpPr/>
          <p:nvPr/>
        </p:nvGrpSpPr>
        <p:grpSpPr>
          <a:xfrm>
            <a:off x="0" y="-360"/>
            <a:ext cx="24479280" cy="13680000"/>
            <a:chOff x="0" y="-360"/>
            <a:chExt cx="24479280" cy="13680000"/>
          </a:xfrm>
        </p:grpSpPr>
        <p:sp>
          <p:nvSpPr>
            <p:cNvPr id="13" name="Rectángulo 51"/>
            <p:cNvSpPr/>
            <p:nvPr/>
          </p:nvSpPr>
          <p:spPr>
            <a:xfrm>
              <a:off x="0" y="0"/>
              <a:ext cx="24479280" cy="360360"/>
            </a:xfrm>
            <a:prstGeom prst="rect">
              <a:avLst/>
            </a:prstGeom>
            <a:solidFill>
              <a:srgbClr val="2f7c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>
                <a:tabLst>
                  <a:tab algn="l" pos="0"/>
                  <a:tab algn="l" pos="825480"/>
                  <a:tab algn="l" pos="1650960"/>
                  <a:tab algn="l" pos="2476440"/>
                  <a:tab algn="l" pos="3301920"/>
                  <a:tab algn="l" pos="4127400"/>
                  <a:tab algn="l" pos="4952880"/>
                  <a:tab algn="l" pos="5778360"/>
                  <a:tab algn="l" pos="6603840"/>
                  <a:tab algn="l" pos="7429680"/>
                  <a:tab algn="l" pos="8255160"/>
                  <a:tab algn="l" pos="9080640"/>
                  <a:tab algn="l" pos="9906120"/>
                  <a:tab algn="l" pos="10731600"/>
                </a:tabLst>
              </a:pPr>
              <a:endParaRPr b="1" lang="en-US" sz="3000" strike="noStrike" u="none">
                <a:solidFill>
                  <a:srgbClr val="000000"/>
                </a:solidFill>
                <a:effectLst/>
                <a:uFillTx/>
                <a:latin typeface="Helvetica Neue"/>
              </a:endParaRPr>
            </a:p>
          </p:txBody>
        </p:sp>
        <p:sp>
          <p:nvSpPr>
            <p:cNvPr id="14" name="Rectángulo 50"/>
            <p:cNvSpPr/>
            <p:nvPr/>
          </p:nvSpPr>
          <p:spPr>
            <a:xfrm>
              <a:off x="0" y="13319280"/>
              <a:ext cx="24479280" cy="360360"/>
            </a:xfrm>
            <a:prstGeom prst="rect">
              <a:avLst/>
            </a:prstGeom>
            <a:solidFill>
              <a:srgbClr val="2f7c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>
                <a:tabLst>
                  <a:tab algn="l" pos="0"/>
                  <a:tab algn="l" pos="825480"/>
                  <a:tab algn="l" pos="1650960"/>
                  <a:tab algn="l" pos="2476440"/>
                  <a:tab algn="l" pos="3301920"/>
                  <a:tab algn="l" pos="4127400"/>
                  <a:tab algn="l" pos="4952880"/>
                  <a:tab algn="l" pos="5778360"/>
                  <a:tab algn="l" pos="6603840"/>
                  <a:tab algn="l" pos="7429680"/>
                  <a:tab algn="l" pos="8255160"/>
                  <a:tab algn="l" pos="9080640"/>
                  <a:tab algn="l" pos="9906120"/>
                  <a:tab algn="l" pos="10731600"/>
                </a:tabLst>
              </a:pPr>
              <a:endParaRPr b="1" lang="en-US" sz="3000" strike="noStrike" u="none">
                <a:solidFill>
                  <a:srgbClr val="000000"/>
                </a:solidFill>
                <a:effectLst/>
                <a:uFillTx/>
                <a:latin typeface="Helvetica Neue"/>
              </a:endParaRPr>
            </a:p>
          </p:txBody>
        </p:sp>
        <p:sp>
          <p:nvSpPr>
            <p:cNvPr id="15" name="Rectángulo 52"/>
            <p:cNvSpPr/>
            <p:nvPr/>
          </p:nvSpPr>
          <p:spPr>
            <a:xfrm rot="16200000">
              <a:off x="-6659280" y="6659280"/>
              <a:ext cx="13679640" cy="360360"/>
            </a:xfrm>
            <a:prstGeom prst="rect">
              <a:avLst/>
            </a:prstGeom>
            <a:solidFill>
              <a:srgbClr val="2f7c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>
                <a:tabLst>
                  <a:tab algn="l" pos="0"/>
                  <a:tab algn="l" pos="825480"/>
                  <a:tab algn="l" pos="1650960"/>
                  <a:tab algn="l" pos="2476440"/>
                  <a:tab algn="l" pos="3301920"/>
                  <a:tab algn="l" pos="4127400"/>
                  <a:tab algn="l" pos="4952880"/>
                  <a:tab algn="l" pos="5778360"/>
                  <a:tab algn="l" pos="6603840"/>
                  <a:tab algn="l" pos="7429680"/>
                  <a:tab algn="l" pos="8255160"/>
                  <a:tab algn="l" pos="9080640"/>
                  <a:tab algn="l" pos="9906120"/>
                  <a:tab algn="l" pos="10731600"/>
                </a:tabLst>
              </a:pPr>
              <a:endParaRPr b="1" lang="en-US" sz="3000" strike="noStrike" u="none">
                <a:solidFill>
                  <a:srgbClr val="000000"/>
                </a:solidFill>
                <a:effectLst/>
                <a:uFillTx/>
                <a:latin typeface="Helvetica Neue"/>
              </a:endParaRPr>
            </a:p>
          </p:txBody>
        </p:sp>
        <p:sp>
          <p:nvSpPr>
            <p:cNvPr id="16" name="Rectángulo 53"/>
            <p:cNvSpPr/>
            <p:nvPr/>
          </p:nvSpPr>
          <p:spPr>
            <a:xfrm rot="16200000">
              <a:off x="17459280" y="6659280"/>
              <a:ext cx="13679640" cy="360360"/>
            </a:xfrm>
            <a:prstGeom prst="rect">
              <a:avLst/>
            </a:prstGeom>
            <a:solidFill>
              <a:srgbClr val="2f7c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>
                <a:tabLst>
                  <a:tab algn="l" pos="0"/>
                  <a:tab algn="l" pos="825480"/>
                  <a:tab algn="l" pos="1650960"/>
                  <a:tab algn="l" pos="2476440"/>
                  <a:tab algn="l" pos="3301920"/>
                  <a:tab algn="l" pos="4127400"/>
                  <a:tab algn="l" pos="4952880"/>
                  <a:tab algn="l" pos="5778360"/>
                  <a:tab algn="l" pos="6603840"/>
                  <a:tab algn="l" pos="7429680"/>
                  <a:tab algn="l" pos="8255160"/>
                  <a:tab algn="l" pos="9080640"/>
                  <a:tab algn="l" pos="9906120"/>
                  <a:tab algn="l" pos="10731600"/>
                </a:tabLst>
              </a:pPr>
              <a:endParaRPr b="1" lang="en-US" sz="3000" strike="noStrike" u="none">
                <a:solidFill>
                  <a:srgbClr val="000000"/>
                </a:solidFill>
                <a:effectLst/>
                <a:uFillTx/>
                <a:latin typeface="Helvetica Neue"/>
              </a:endParaRPr>
            </a:p>
          </p:txBody>
        </p:sp>
      </p:grpSp>
      <p:sp>
        <p:nvSpPr>
          <p:cNvPr id="17" name="Rectángulo 34"/>
          <p:cNvSpPr/>
          <p:nvPr/>
        </p:nvSpPr>
        <p:spPr>
          <a:xfrm>
            <a:off x="15347880" y="13319280"/>
            <a:ext cx="1084320" cy="360360"/>
          </a:xfrm>
          <a:prstGeom prst="rect">
            <a:avLst/>
          </a:prstGeom>
          <a:solidFill>
            <a:srgbClr val="fdd90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18" name="Rectángulo 46"/>
          <p:cNvSpPr/>
          <p:nvPr/>
        </p:nvSpPr>
        <p:spPr>
          <a:xfrm>
            <a:off x="16432200" y="13319280"/>
            <a:ext cx="1440000" cy="360360"/>
          </a:xfrm>
          <a:prstGeom prst="rect">
            <a:avLst/>
          </a:prstGeom>
          <a:solidFill>
            <a:srgbClr val="555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19" name="Rectángulo 47"/>
          <p:cNvSpPr/>
          <p:nvPr/>
        </p:nvSpPr>
        <p:spPr>
          <a:xfrm>
            <a:off x="17851320" y="13319280"/>
            <a:ext cx="2070360" cy="360360"/>
          </a:xfrm>
          <a:prstGeom prst="rect">
            <a:avLst/>
          </a:prstGeom>
          <a:solidFill>
            <a:srgbClr val="0047b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20" name="Rectángulo 48"/>
          <p:cNvSpPr/>
          <p:nvPr/>
        </p:nvSpPr>
        <p:spPr>
          <a:xfrm>
            <a:off x="19921680" y="13319280"/>
            <a:ext cx="2842920" cy="360360"/>
          </a:xfrm>
          <a:prstGeom prst="rect">
            <a:avLst/>
          </a:prstGeom>
          <a:solidFill>
            <a:srgbClr val="04c9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pic>
        <p:nvPicPr>
          <p:cNvPr id="21" name="Imagen 15" descr="UC I CHILE1.jpg"/>
          <p:cNvPicPr/>
          <p:nvPr/>
        </p:nvPicPr>
        <p:blipFill>
          <a:blip r:embed="rId2"/>
          <a:stretch/>
        </p:blipFill>
        <p:spPr>
          <a:xfrm>
            <a:off x="1490760" y="1641600"/>
            <a:ext cx="8470800" cy="3282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37"/>
          <p:cNvGrpSpPr/>
          <p:nvPr/>
        </p:nvGrpSpPr>
        <p:grpSpPr>
          <a:xfrm>
            <a:off x="0" y="-360"/>
            <a:ext cx="24479280" cy="13680000"/>
            <a:chOff x="0" y="-360"/>
            <a:chExt cx="24479280" cy="13680000"/>
          </a:xfrm>
        </p:grpSpPr>
        <p:sp>
          <p:nvSpPr>
            <p:cNvPr id="23" name="Rectángulo 51"/>
            <p:cNvSpPr/>
            <p:nvPr/>
          </p:nvSpPr>
          <p:spPr>
            <a:xfrm>
              <a:off x="0" y="0"/>
              <a:ext cx="24479280" cy="360360"/>
            </a:xfrm>
            <a:prstGeom prst="rect">
              <a:avLst/>
            </a:prstGeom>
            <a:solidFill>
              <a:srgbClr val="2f7c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>
                <a:tabLst>
                  <a:tab algn="l" pos="0"/>
                  <a:tab algn="l" pos="825480"/>
                  <a:tab algn="l" pos="1650960"/>
                  <a:tab algn="l" pos="2476440"/>
                  <a:tab algn="l" pos="3301920"/>
                  <a:tab algn="l" pos="4127400"/>
                  <a:tab algn="l" pos="4952880"/>
                  <a:tab algn="l" pos="5778360"/>
                  <a:tab algn="l" pos="6603840"/>
                  <a:tab algn="l" pos="7429680"/>
                  <a:tab algn="l" pos="8255160"/>
                  <a:tab algn="l" pos="9080640"/>
                  <a:tab algn="l" pos="9906120"/>
                  <a:tab algn="l" pos="10731600"/>
                </a:tabLst>
              </a:pPr>
              <a:endParaRPr b="1" lang="en-US" sz="3000" strike="noStrike" u="none">
                <a:solidFill>
                  <a:srgbClr val="000000"/>
                </a:solidFill>
                <a:effectLst/>
                <a:uFillTx/>
                <a:latin typeface="Helvetica Neue"/>
              </a:endParaRPr>
            </a:p>
          </p:txBody>
        </p:sp>
        <p:sp>
          <p:nvSpPr>
            <p:cNvPr id="24" name="Rectángulo 50"/>
            <p:cNvSpPr/>
            <p:nvPr/>
          </p:nvSpPr>
          <p:spPr>
            <a:xfrm>
              <a:off x="0" y="13319280"/>
              <a:ext cx="24479280" cy="360360"/>
            </a:xfrm>
            <a:prstGeom prst="rect">
              <a:avLst/>
            </a:prstGeom>
            <a:solidFill>
              <a:srgbClr val="2f7c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>
                <a:tabLst>
                  <a:tab algn="l" pos="0"/>
                  <a:tab algn="l" pos="825480"/>
                  <a:tab algn="l" pos="1650960"/>
                  <a:tab algn="l" pos="2476440"/>
                  <a:tab algn="l" pos="3301920"/>
                  <a:tab algn="l" pos="4127400"/>
                  <a:tab algn="l" pos="4952880"/>
                  <a:tab algn="l" pos="5778360"/>
                  <a:tab algn="l" pos="6603840"/>
                  <a:tab algn="l" pos="7429680"/>
                  <a:tab algn="l" pos="8255160"/>
                  <a:tab algn="l" pos="9080640"/>
                  <a:tab algn="l" pos="9906120"/>
                  <a:tab algn="l" pos="10731600"/>
                </a:tabLst>
              </a:pPr>
              <a:endParaRPr b="1" lang="en-US" sz="3000" strike="noStrike" u="none">
                <a:solidFill>
                  <a:srgbClr val="000000"/>
                </a:solidFill>
                <a:effectLst/>
                <a:uFillTx/>
                <a:latin typeface="Helvetica Neue"/>
              </a:endParaRPr>
            </a:p>
          </p:txBody>
        </p:sp>
        <p:sp>
          <p:nvSpPr>
            <p:cNvPr id="25" name="Rectángulo 52"/>
            <p:cNvSpPr/>
            <p:nvPr/>
          </p:nvSpPr>
          <p:spPr>
            <a:xfrm rot="16200000">
              <a:off x="-6659280" y="6659280"/>
              <a:ext cx="13679640" cy="360360"/>
            </a:xfrm>
            <a:prstGeom prst="rect">
              <a:avLst/>
            </a:prstGeom>
            <a:solidFill>
              <a:srgbClr val="2f7c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>
                <a:tabLst>
                  <a:tab algn="l" pos="0"/>
                  <a:tab algn="l" pos="825480"/>
                  <a:tab algn="l" pos="1650960"/>
                  <a:tab algn="l" pos="2476440"/>
                  <a:tab algn="l" pos="3301920"/>
                  <a:tab algn="l" pos="4127400"/>
                  <a:tab algn="l" pos="4952880"/>
                  <a:tab algn="l" pos="5778360"/>
                  <a:tab algn="l" pos="6603840"/>
                  <a:tab algn="l" pos="7429680"/>
                  <a:tab algn="l" pos="8255160"/>
                  <a:tab algn="l" pos="9080640"/>
                  <a:tab algn="l" pos="9906120"/>
                  <a:tab algn="l" pos="10731600"/>
                </a:tabLst>
              </a:pPr>
              <a:endParaRPr b="1" lang="en-US" sz="3000" strike="noStrike" u="none">
                <a:solidFill>
                  <a:srgbClr val="000000"/>
                </a:solidFill>
                <a:effectLst/>
                <a:uFillTx/>
                <a:latin typeface="Helvetica Neue"/>
              </a:endParaRPr>
            </a:p>
          </p:txBody>
        </p:sp>
        <p:sp>
          <p:nvSpPr>
            <p:cNvPr id="26" name="Rectángulo 53"/>
            <p:cNvSpPr/>
            <p:nvPr/>
          </p:nvSpPr>
          <p:spPr>
            <a:xfrm rot="16200000">
              <a:off x="17459280" y="6659280"/>
              <a:ext cx="13679640" cy="360360"/>
            </a:xfrm>
            <a:prstGeom prst="rect">
              <a:avLst/>
            </a:prstGeom>
            <a:solidFill>
              <a:srgbClr val="2f7c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>
                <a:tabLst>
                  <a:tab algn="l" pos="0"/>
                  <a:tab algn="l" pos="825480"/>
                  <a:tab algn="l" pos="1650960"/>
                  <a:tab algn="l" pos="2476440"/>
                  <a:tab algn="l" pos="3301920"/>
                  <a:tab algn="l" pos="4127400"/>
                  <a:tab algn="l" pos="4952880"/>
                  <a:tab algn="l" pos="5778360"/>
                  <a:tab algn="l" pos="6603840"/>
                  <a:tab algn="l" pos="7429680"/>
                  <a:tab algn="l" pos="8255160"/>
                  <a:tab algn="l" pos="9080640"/>
                  <a:tab algn="l" pos="9906120"/>
                  <a:tab algn="l" pos="10731600"/>
                </a:tabLst>
              </a:pPr>
              <a:endParaRPr b="1" lang="en-US" sz="3000" strike="noStrike" u="none">
                <a:solidFill>
                  <a:srgbClr val="000000"/>
                </a:solidFill>
                <a:effectLst/>
                <a:uFillTx/>
                <a:latin typeface="Helvetica Neue"/>
              </a:endParaRPr>
            </a:p>
          </p:txBody>
        </p:sp>
      </p:grpSp>
      <p:sp>
        <p:nvSpPr>
          <p:cNvPr id="27" name="Rectángulo 8"/>
          <p:cNvSpPr/>
          <p:nvPr/>
        </p:nvSpPr>
        <p:spPr>
          <a:xfrm>
            <a:off x="173160" y="1231920"/>
            <a:ext cx="393480" cy="1379520"/>
          </a:xfrm>
          <a:prstGeom prst="rect">
            <a:avLst/>
          </a:prstGeom>
          <a:solidFill>
            <a:srgbClr val="fed90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28" name="Rectángulo 34"/>
          <p:cNvSpPr/>
          <p:nvPr/>
        </p:nvSpPr>
        <p:spPr>
          <a:xfrm>
            <a:off x="15347880" y="13319280"/>
            <a:ext cx="1084320" cy="360360"/>
          </a:xfrm>
          <a:prstGeom prst="rect">
            <a:avLst/>
          </a:prstGeom>
          <a:solidFill>
            <a:srgbClr val="fdd90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29" name="Rectángulo 46"/>
          <p:cNvSpPr/>
          <p:nvPr/>
        </p:nvSpPr>
        <p:spPr>
          <a:xfrm>
            <a:off x="16432200" y="13319280"/>
            <a:ext cx="1440000" cy="360360"/>
          </a:xfrm>
          <a:prstGeom prst="rect">
            <a:avLst/>
          </a:prstGeom>
          <a:solidFill>
            <a:srgbClr val="555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30" name="Rectángulo 47"/>
          <p:cNvSpPr/>
          <p:nvPr/>
        </p:nvSpPr>
        <p:spPr>
          <a:xfrm>
            <a:off x="17851320" y="13319280"/>
            <a:ext cx="2070360" cy="360360"/>
          </a:xfrm>
          <a:prstGeom prst="rect">
            <a:avLst/>
          </a:prstGeom>
          <a:solidFill>
            <a:srgbClr val="0047b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31" name="Rectángulo 48"/>
          <p:cNvSpPr/>
          <p:nvPr/>
        </p:nvSpPr>
        <p:spPr>
          <a:xfrm>
            <a:off x="19921680" y="13319280"/>
            <a:ext cx="2842920" cy="360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32" name="CuadroTexto 16"/>
          <p:cNvSpPr/>
          <p:nvPr/>
        </p:nvSpPr>
        <p:spPr>
          <a:xfrm>
            <a:off x="15387480" y="12882600"/>
            <a:ext cx="73454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828720"/>
                <a:tab algn="l" pos="1657440"/>
                <a:tab algn="l" pos="2486160"/>
                <a:tab algn="l" pos="3314880"/>
                <a:tab algn="l" pos="4143240"/>
                <a:tab algn="l" pos="4971960"/>
                <a:tab algn="l" pos="5800680"/>
                <a:tab algn="l" pos="6629400"/>
                <a:tab algn="l" pos="7458120"/>
                <a:tab algn="l" pos="8286840"/>
                <a:tab algn="l" pos="9115560"/>
                <a:tab algn="l" pos="9944280"/>
                <a:tab algn="l" pos="10772640"/>
              </a:tabLst>
            </a:pPr>
            <a:r>
              <a:rPr b="1" lang="es-ES" sz="2400" strike="noStrike" u="none">
                <a:solidFill>
                  <a:srgbClr val="3d7edb"/>
                </a:solidFill>
                <a:effectLst/>
                <a:uFillTx/>
                <a:latin typeface="Calibri"/>
              </a:rPr>
              <a:t>WWW.UC.CL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33" name="Rectángulo 48"/>
          <p:cNvSpPr/>
          <p:nvPr/>
        </p:nvSpPr>
        <p:spPr>
          <a:xfrm>
            <a:off x="19738800" y="13319280"/>
            <a:ext cx="1181160" cy="360360"/>
          </a:xfrm>
          <a:prstGeom prst="rect">
            <a:avLst/>
          </a:prstGeom>
          <a:solidFill>
            <a:srgbClr val="04c9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224000" y="547200"/>
            <a:ext cx="22031280" cy="227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7200" strike="noStrike" u="none">
                <a:solidFill>
                  <a:srgbClr val="3d7edb"/>
                </a:solidFill>
                <a:effectLst/>
                <a:uFillTx/>
                <a:latin typeface="Calibri"/>
              </a:rPr>
              <a:t>Click to edit the title text format</a:t>
            </a:r>
            <a:endParaRPr b="1" lang="en-US" sz="7200" strike="noStrike" u="none">
              <a:solidFill>
                <a:srgbClr val="3d7edb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223640" y="3192480"/>
            <a:ext cx="18600840" cy="628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19999"/>
          </a:bodyPr>
          <a:p>
            <a:pPr marL="343080" indent="-343080">
              <a:spcBef>
                <a:spcPts val="1349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5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1349"/>
              </a:spcBef>
              <a:buClr>
                <a:srgbClr val="000000"/>
              </a:buClr>
              <a:buFont typeface="Arial"/>
              <a:buChar char="–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5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143000" indent="-228600">
              <a:spcBef>
                <a:spcPts val="1349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5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600200" indent="-228600">
              <a:spcBef>
                <a:spcPts val="1349"/>
              </a:spcBef>
              <a:buClr>
                <a:srgbClr val="000000"/>
              </a:buClr>
              <a:buFont typeface="Arial"/>
              <a:buChar char="–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5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057400" indent="-228600">
              <a:spcBef>
                <a:spcPts val="134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5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057400" indent="-228600">
              <a:spcBef>
                <a:spcPts val="134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5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2057400" indent="-228600">
              <a:spcBef>
                <a:spcPts val="134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5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36" name="Grupo 37"/>
          <p:cNvGrpSpPr/>
          <p:nvPr/>
        </p:nvGrpSpPr>
        <p:grpSpPr>
          <a:xfrm>
            <a:off x="0" y="-360"/>
            <a:ext cx="24479280" cy="13680000"/>
            <a:chOff x="0" y="-360"/>
            <a:chExt cx="24479280" cy="13680000"/>
          </a:xfrm>
        </p:grpSpPr>
        <p:sp>
          <p:nvSpPr>
            <p:cNvPr id="37" name="Rectángulo 51"/>
            <p:cNvSpPr/>
            <p:nvPr/>
          </p:nvSpPr>
          <p:spPr>
            <a:xfrm>
              <a:off x="0" y="0"/>
              <a:ext cx="24479280" cy="360360"/>
            </a:xfrm>
            <a:prstGeom prst="rect">
              <a:avLst/>
            </a:prstGeom>
            <a:solidFill>
              <a:srgbClr val="2f7c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>
                <a:tabLst>
                  <a:tab algn="l" pos="0"/>
                  <a:tab algn="l" pos="825480"/>
                  <a:tab algn="l" pos="1650960"/>
                  <a:tab algn="l" pos="2476440"/>
                  <a:tab algn="l" pos="3301920"/>
                  <a:tab algn="l" pos="4127400"/>
                  <a:tab algn="l" pos="4952880"/>
                  <a:tab algn="l" pos="5778360"/>
                  <a:tab algn="l" pos="6603840"/>
                  <a:tab algn="l" pos="7429680"/>
                  <a:tab algn="l" pos="8255160"/>
                  <a:tab algn="l" pos="9080640"/>
                  <a:tab algn="l" pos="9906120"/>
                  <a:tab algn="l" pos="10731600"/>
                </a:tabLst>
              </a:pPr>
              <a:endParaRPr b="1" lang="en-US" sz="3000" strike="noStrike" u="none">
                <a:solidFill>
                  <a:srgbClr val="000000"/>
                </a:solidFill>
                <a:effectLst/>
                <a:uFillTx/>
                <a:latin typeface="Helvetica Neue"/>
              </a:endParaRPr>
            </a:p>
          </p:txBody>
        </p:sp>
        <p:sp>
          <p:nvSpPr>
            <p:cNvPr id="38" name="Rectángulo 50"/>
            <p:cNvSpPr/>
            <p:nvPr/>
          </p:nvSpPr>
          <p:spPr>
            <a:xfrm>
              <a:off x="0" y="13319280"/>
              <a:ext cx="24479280" cy="360360"/>
            </a:xfrm>
            <a:prstGeom prst="rect">
              <a:avLst/>
            </a:prstGeom>
            <a:solidFill>
              <a:srgbClr val="2f7c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>
                <a:tabLst>
                  <a:tab algn="l" pos="0"/>
                  <a:tab algn="l" pos="825480"/>
                  <a:tab algn="l" pos="1650960"/>
                  <a:tab algn="l" pos="2476440"/>
                  <a:tab algn="l" pos="3301920"/>
                  <a:tab algn="l" pos="4127400"/>
                  <a:tab algn="l" pos="4952880"/>
                  <a:tab algn="l" pos="5778360"/>
                  <a:tab algn="l" pos="6603840"/>
                  <a:tab algn="l" pos="7429680"/>
                  <a:tab algn="l" pos="8255160"/>
                  <a:tab algn="l" pos="9080640"/>
                  <a:tab algn="l" pos="9906120"/>
                  <a:tab algn="l" pos="10731600"/>
                </a:tabLst>
              </a:pPr>
              <a:endParaRPr b="1" lang="en-US" sz="3000" strike="noStrike" u="none">
                <a:solidFill>
                  <a:srgbClr val="000000"/>
                </a:solidFill>
                <a:effectLst/>
                <a:uFillTx/>
                <a:latin typeface="Helvetica Neue"/>
              </a:endParaRPr>
            </a:p>
          </p:txBody>
        </p:sp>
        <p:sp>
          <p:nvSpPr>
            <p:cNvPr id="39" name="Rectángulo 52"/>
            <p:cNvSpPr/>
            <p:nvPr/>
          </p:nvSpPr>
          <p:spPr>
            <a:xfrm rot="16200000">
              <a:off x="-6659280" y="6659280"/>
              <a:ext cx="13679640" cy="360360"/>
            </a:xfrm>
            <a:prstGeom prst="rect">
              <a:avLst/>
            </a:prstGeom>
            <a:solidFill>
              <a:srgbClr val="2f7c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>
                <a:tabLst>
                  <a:tab algn="l" pos="0"/>
                  <a:tab algn="l" pos="825480"/>
                  <a:tab algn="l" pos="1650960"/>
                  <a:tab algn="l" pos="2476440"/>
                  <a:tab algn="l" pos="3301920"/>
                  <a:tab algn="l" pos="4127400"/>
                  <a:tab algn="l" pos="4952880"/>
                  <a:tab algn="l" pos="5778360"/>
                  <a:tab algn="l" pos="6603840"/>
                  <a:tab algn="l" pos="7429680"/>
                  <a:tab algn="l" pos="8255160"/>
                  <a:tab algn="l" pos="9080640"/>
                  <a:tab algn="l" pos="9906120"/>
                  <a:tab algn="l" pos="10731600"/>
                </a:tabLst>
              </a:pPr>
              <a:endParaRPr b="1" lang="en-US" sz="3000" strike="noStrike" u="none">
                <a:solidFill>
                  <a:srgbClr val="000000"/>
                </a:solidFill>
                <a:effectLst/>
                <a:uFillTx/>
                <a:latin typeface="Helvetica Neue"/>
              </a:endParaRPr>
            </a:p>
          </p:txBody>
        </p:sp>
        <p:sp>
          <p:nvSpPr>
            <p:cNvPr id="40" name="Rectángulo 53"/>
            <p:cNvSpPr/>
            <p:nvPr/>
          </p:nvSpPr>
          <p:spPr>
            <a:xfrm rot="16200000">
              <a:off x="17459280" y="6659280"/>
              <a:ext cx="13679640" cy="360360"/>
            </a:xfrm>
            <a:prstGeom prst="rect">
              <a:avLst/>
            </a:prstGeom>
            <a:solidFill>
              <a:srgbClr val="2f7c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>
                <a:tabLst>
                  <a:tab algn="l" pos="0"/>
                  <a:tab algn="l" pos="825480"/>
                  <a:tab algn="l" pos="1650960"/>
                  <a:tab algn="l" pos="2476440"/>
                  <a:tab algn="l" pos="3301920"/>
                  <a:tab algn="l" pos="4127400"/>
                  <a:tab algn="l" pos="4952880"/>
                  <a:tab algn="l" pos="5778360"/>
                  <a:tab algn="l" pos="6603840"/>
                  <a:tab algn="l" pos="7429680"/>
                  <a:tab algn="l" pos="8255160"/>
                  <a:tab algn="l" pos="9080640"/>
                  <a:tab algn="l" pos="9906120"/>
                  <a:tab algn="l" pos="10731600"/>
                </a:tabLst>
              </a:pPr>
              <a:endParaRPr b="1" lang="en-US" sz="3000" strike="noStrike" u="none">
                <a:solidFill>
                  <a:srgbClr val="000000"/>
                </a:solidFill>
                <a:effectLst/>
                <a:uFillTx/>
                <a:latin typeface="Helvetica Neue"/>
              </a:endParaRPr>
            </a:p>
          </p:txBody>
        </p:sp>
      </p:grpSp>
      <p:sp>
        <p:nvSpPr>
          <p:cNvPr id="41" name="Rectángulo 8"/>
          <p:cNvSpPr/>
          <p:nvPr/>
        </p:nvSpPr>
        <p:spPr>
          <a:xfrm>
            <a:off x="173160" y="1231920"/>
            <a:ext cx="393480" cy="1379520"/>
          </a:xfrm>
          <a:prstGeom prst="rect">
            <a:avLst/>
          </a:prstGeom>
          <a:solidFill>
            <a:srgbClr val="fed90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42" name="Rectángulo 34"/>
          <p:cNvSpPr/>
          <p:nvPr/>
        </p:nvSpPr>
        <p:spPr>
          <a:xfrm>
            <a:off x="15347880" y="13319280"/>
            <a:ext cx="1084320" cy="360360"/>
          </a:xfrm>
          <a:prstGeom prst="rect">
            <a:avLst/>
          </a:prstGeom>
          <a:solidFill>
            <a:srgbClr val="fdd90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43" name="Rectángulo 46"/>
          <p:cNvSpPr/>
          <p:nvPr/>
        </p:nvSpPr>
        <p:spPr>
          <a:xfrm>
            <a:off x="16432200" y="13319280"/>
            <a:ext cx="1440000" cy="360360"/>
          </a:xfrm>
          <a:prstGeom prst="rect">
            <a:avLst/>
          </a:prstGeom>
          <a:solidFill>
            <a:srgbClr val="555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44" name="Rectángulo 47"/>
          <p:cNvSpPr/>
          <p:nvPr/>
        </p:nvSpPr>
        <p:spPr>
          <a:xfrm>
            <a:off x="17851320" y="13319280"/>
            <a:ext cx="2070360" cy="360360"/>
          </a:xfrm>
          <a:prstGeom prst="rect">
            <a:avLst/>
          </a:prstGeom>
          <a:solidFill>
            <a:srgbClr val="0047b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45" name="Rectángulo 48"/>
          <p:cNvSpPr/>
          <p:nvPr/>
        </p:nvSpPr>
        <p:spPr>
          <a:xfrm>
            <a:off x="19921680" y="13319280"/>
            <a:ext cx="2842920" cy="360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46" name="CuadroTexto 20"/>
          <p:cNvSpPr/>
          <p:nvPr/>
        </p:nvSpPr>
        <p:spPr>
          <a:xfrm>
            <a:off x="15387480" y="12882600"/>
            <a:ext cx="73454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828720"/>
                <a:tab algn="l" pos="1657440"/>
                <a:tab algn="l" pos="2486160"/>
                <a:tab algn="l" pos="3314880"/>
                <a:tab algn="l" pos="4143240"/>
                <a:tab algn="l" pos="4971960"/>
                <a:tab algn="l" pos="5800680"/>
                <a:tab algn="l" pos="6629400"/>
                <a:tab algn="l" pos="7458120"/>
                <a:tab algn="l" pos="8286840"/>
                <a:tab algn="l" pos="9115560"/>
                <a:tab algn="l" pos="9944280"/>
                <a:tab algn="l" pos="10772640"/>
              </a:tabLst>
            </a:pPr>
            <a:r>
              <a:rPr b="1" lang="es-ES" sz="2400" strike="noStrike" u="none">
                <a:solidFill>
                  <a:srgbClr val="3d7edb"/>
                </a:solidFill>
                <a:effectLst/>
                <a:uFillTx/>
                <a:latin typeface="Calibri"/>
              </a:rPr>
              <a:t>WWW.UC.CL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47" name="Rectángulo 48"/>
          <p:cNvSpPr/>
          <p:nvPr/>
        </p:nvSpPr>
        <p:spPr>
          <a:xfrm>
            <a:off x="19738800" y="13319280"/>
            <a:ext cx="1181160" cy="360360"/>
          </a:xfrm>
          <a:prstGeom prst="rect">
            <a:avLst/>
          </a:prstGeom>
          <a:solidFill>
            <a:srgbClr val="04c9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ángulo 34"/>
          <p:cNvSpPr/>
          <p:nvPr/>
        </p:nvSpPr>
        <p:spPr>
          <a:xfrm>
            <a:off x="15347880" y="13319280"/>
            <a:ext cx="1084320" cy="360360"/>
          </a:xfrm>
          <a:prstGeom prst="rect">
            <a:avLst/>
          </a:prstGeom>
          <a:solidFill>
            <a:srgbClr val="fdd90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49" name="Rectángulo 46"/>
          <p:cNvSpPr/>
          <p:nvPr/>
        </p:nvSpPr>
        <p:spPr>
          <a:xfrm>
            <a:off x="16432200" y="13319280"/>
            <a:ext cx="1440000" cy="360360"/>
          </a:xfrm>
          <a:prstGeom prst="rect">
            <a:avLst/>
          </a:prstGeom>
          <a:solidFill>
            <a:srgbClr val="555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50" name="Rectángulo 47"/>
          <p:cNvSpPr/>
          <p:nvPr/>
        </p:nvSpPr>
        <p:spPr>
          <a:xfrm>
            <a:off x="17851320" y="13319280"/>
            <a:ext cx="2070360" cy="360360"/>
          </a:xfrm>
          <a:prstGeom prst="rect">
            <a:avLst/>
          </a:prstGeom>
          <a:solidFill>
            <a:srgbClr val="0047b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51" name="Rectángulo 48"/>
          <p:cNvSpPr/>
          <p:nvPr/>
        </p:nvSpPr>
        <p:spPr>
          <a:xfrm>
            <a:off x="19921680" y="13319280"/>
            <a:ext cx="2842920" cy="360360"/>
          </a:xfrm>
          <a:prstGeom prst="rect">
            <a:avLst/>
          </a:prstGeom>
          <a:solidFill>
            <a:srgbClr val="3d7e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52" name="CuadroTexto 15"/>
          <p:cNvSpPr/>
          <p:nvPr/>
        </p:nvSpPr>
        <p:spPr>
          <a:xfrm>
            <a:off x="15335280" y="12744360"/>
            <a:ext cx="73454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828720"/>
                <a:tab algn="l" pos="1657440"/>
                <a:tab algn="l" pos="2486160"/>
                <a:tab algn="l" pos="3314880"/>
                <a:tab algn="l" pos="4143240"/>
                <a:tab algn="l" pos="4971960"/>
                <a:tab algn="l" pos="5800680"/>
                <a:tab algn="l" pos="6629400"/>
                <a:tab algn="l" pos="7458120"/>
                <a:tab algn="l" pos="8286840"/>
                <a:tab algn="l" pos="9115560"/>
                <a:tab algn="l" pos="9944280"/>
                <a:tab algn="l" pos="10772640"/>
              </a:tabLst>
            </a:pPr>
            <a:r>
              <a:rPr b="0" lang="es-ES_tradnl" sz="2400" strike="noStrike" u="none">
                <a:solidFill>
                  <a:srgbClr val="2e7ce1"/>
                </a:solidFill>
                <a:effectLst/>
                <a:uFillTx/>
                <a:latin typeface="Calibri"/>
              </a:rPr>
              <a:t>PONTIFICIA UNIVERSIDAD CATÓLICA DE CHILE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53" name="Rectángulo 16"/>
          <p:cNvSpPr/>
          <p:nvPr/>
        </p:nvSpPr>
        <p:spPr>
          <a:xfrm>
            <a:off x="368280" y="328680"/>
            <a:ext cx="23753880" cy="13011120"/>
          </a:xfrm>
          <a:prstGeom prst="rect">
            <a:avLst/>
          </a:prstGeom>
          <a:solidFill>
            <a:srgbClr val="3d7e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54" name="Rectángulo 8"/>
          <p:cNvSpPr/>
          <p:nvPr/>
        </p:nvSpPr>
        <p:spPr>
          <a:xfrm>
            <a:off x="173160" y="1231920"/>
            <a:ext cx="393480" cy="1379520"/>
          </a:xfrm>
          <a:prstGeom prst="rect">
            <a:avLst/>
          </a:prstGeom>
          <a:solidFill>
            <a:srgbClr val="fed90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55" name="CuadroTexto 8"/>
          <p:cNvSpPr/>
          <p:nvPr/>
        </p:nvSpPr>
        <p:spPr>
          <a:xfrm>
            <a:off x="15387480" y="12882600"/>
            <a:ext cx="73454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828720"/>
                <a:tab algn="l" pos="1657440"/>
                <a:tab algn="l" pos="2486160"/>
                <a:tab algn="l" pos="3314880"/>
                <a:tab algn="l" pos="4143240"/>
                <a:tab algn="l" pos="4971960"/>
                <a:tab algn="l" pos="5800680"/>
                <a:tab algn="l" pos="6629400"/>
                <a:tab algn="l" pos="7458120"/>
                <a:tab algn="l" pos="8286840"/>
                <a:tab algn="l" pos="9115560"/>
                <a:tab algn="l" pos="9944280"/>
                <a:tab algn="l" pos="10772640"/>
              </a:tabLst>
            </a:pPr>
            <a:r>
              <a:rPr b="1" lang="es-ES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WWW.UC.CL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56" name="Rectángulo 48"/>
          <p:cNvSpPr/>
          <p:nvPr/>
        </p:nvSpPr>
        <p:spPr>
          <a:xfrm>
            <a:off x="19738800" y="13319280"/>
            <a:ext cx="1181160" cy="360360"/>
          </a:xfrm>
          <a:prstGeom prst="rect">
            <a:avLst/>
          </a:prstGeom>
          <a:solidFill>
            <a:srgbClr val="04c9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ángulo 11"/>
          <p:cNvSpPr/>
          <p:nvPr/>
        </p:nvSpPr>
        <p:spPr>
          <a:xfrm>
            <a:off x="368280" y="328680"/>
            <a:ext cx="23753880" cy="13011120"/>
          </a:xfrm>
          <a:prstGeom prst="rect">
            <a:avLst/>
          </a:prstGeom>
          <a:solidFill>
            <a:srgbClr val="3d7e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0" y="6649920"/>
            <a:ext cx="24479280" cy="202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59" name="Rectángulo 34"/>
          <p:cNvSpPr/>
          <p:nvPr/>
        </p:nvSpPr>
        <p:spPr>
          <a:xfrm>
            <a:off x="15347880" y="13319280"/>
            <a:ext cx="1084320" cy="360360"/>
          </a:xfrm>
          <a:prstGeom prst="rect">
            <a:avLst/>
          </a:prstGeom>
          <a:solidFill>
            <a:srgbClr val="fdd90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indent="0" algn="ctr">
              <a:buNone/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60" name="Rectángulo 46"/>
          <p:cNvSpPr/>
          <p:nvPr/>
        </p:nvSpPr>
        <p:spPr>
          <a:xfrm>
            <a:off x="16432200" y="13319280"/>
            <a:ext cx="1440000" cy="360360"/>
          </a:xfrm>
          <a:prstGeom prst="rect">
            <a:avLst/>
          </a:prstGeom>
          <a:solidFill>
            <a:srgbClr val="555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indent="0" algn="ctr">
              <a:buNone/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61" name="Rectángulo 47"/>
          <p:cNvSpPr/>
          <p:nvPr/>
        </p:nvSpPr>
        <p:spPr>
          <a:xfrm>
            <a:off x="17851320" y="13319280"/>
            <a:ext cx="2070360" cy="360360"/>
          </a:xfrm>
          <a:prstGeom prst="rect">
            <a:avLst/>
          </a:prstGeom>
          <a:solidFill>
            <a:srgbClr val="0047b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indent="0" algn="ctr">
              <a:buNone/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62" name="Rectángulo 48"/>
          <p:cNvSpPr/>
          <p:nvPr/>
        </p:nvSpPr>
        <p:spPr>
          <a:xfrm>
            <a:off x="19921680" y="13319280"/>
            <a:ext cx="2842920" cy="360360"/>
          </a:xfrm>
          <a:prstGeom prst="rect">
            <a:avLst/>
          </a:prstGeom>
          <a:solidFill>
            <a:srgbClr val="3d7e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indent="0" algn="ctr">
              <a:buNone/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endParaRPr b="1" lang="en-US" sz="30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63" name="CuadroTexto 7"/>
          <p:cNvSpPr/>
          <p:nvPr/>
        </p:nvSpPr>
        <p:spPr>
          <a:xfrm>
            <a:off x="15387480" y="12882600"/>
            <a:ext cx="73454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  <a:tab algn="l" pos="828720"/>
                <a:tab algn="l" pos="1657440"/>
                <a:tab algn="l" pos="2486160"/>
                <a:tab algn="l" pos="3314880"/>
                <a:tab algn="l" pos="4143240"/>
                <a:tab algn="l" pos="4971960"/>
                <a:tab algn="l" pos="5800680"/>
                <a:tab algn="l" pos="6629400"/>
                <a:tab algn="l" pos="7458120"/>
                <a:tab algn="l" pos="8286840"/>
                <a:tab algn="l" pos="9115560"/>
                <a:tab algn="l" pos="9944280"/>
                <a:tab algn="l" pos="10772640"/>
              </a:tabLst>
            </a:pPr>
            <a:r>
              <a:rPr b="1" lang="es-ES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WWW.UC.CL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054160" y="6294600"/>
            <a:ext cx="20807280" cy="29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s-ES" sz="9600" strike="noStrike" u="none">
                <a:solidFill>
                  <a:srgbClr val="3d7edb"/>
                </a:solidFill>
                <a:effectLst/>
                <a:uFillTx/>
                <a:latin typeface="Calibri"/>
              </a:rPr>
              <a:t>TÍTULO DE LA PRESENTACIÓN</a:t>
            </a:r>
            <a:endParaRPr b="1" lang="en-US" sz="9600" strike="noStrike" u="none">
              <a:solidFill>
                <a:srgbClr val="3d7edb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5778000" y="9795960"/>
            <a:ext cx="17135640" cy="349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>
              <a:spcBef>
                <a:spcPts val="799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s-ES" sz="3200" strike="noStrike" u="none">
                <a:solidFill>
                  <a:srgbClr val="3d7edb"/>
                </a:solidFill>
                <a:effectLst/>
                <a:uFillTx/>
                <a:latin typeface="Calibri"/>
              </a:rPr>
              <a:t>NOMBRE DE LA UNIDAD</a:t>
            </a:r>
            <a:endParaRPr b="0" lang="en-US" sz="3200" strike="noStrike" u="none">
              <a:solidFill>
                <a:srgbClr val="3d7edb"/>
              </a:solidFill>
              <a:effectLst/>
              <a:uFillTx/>
              <a:latin typeface="Calibri"/>
            </a:endParaRPr>
          </a:p>
          <a:p>
            <a:pPr indent="0" algn="r">
              <a:spcBef>
                <a:spcPts val="799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s-ES" sz="3200" strike="noStrike" u="none">
                <a:solidFill>
                  <a:srgbClr val="3d7edb"/>
                </a:solidFill>
                <a:effectLst/>
                <a:uFillTx/>
                <a:latin typeface="Calibri"/>
              </a:rPr>
              <a:t>FECHA</a:t>
            </a:r>
            <a:endParaRPr b="0" lang="en-US" sz="3200" strike="noStrike" u="none">
              <a:solidFill>
                <a:srgbClr val="3d7edb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068480" y="1042560"/>
            <a:ext cx="22031280" cy="227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7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TÍTULO DE DIAPOSITIVA</a:t>
            </a:r>
            <a:endParaRPr b="0" lang="en-US" sz="7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7" name="Subtítulo 2"/>
          <p:cNvSpPr/>
          <p:nvPr/>
        </p:nvSpPr>
        <p:spPr>
          <a:xfrm>
            <a:off x="946080" y="3600360"/>
            <a:ext cx="17135640" cy="349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100000"/>
              </a:lnSpc>
              <a:spcBef>
                <a:spcPts val="1800"/>
              </a:spcBef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7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Texto diapositiva</a:t>
            </a:r>
            <a:endParaRPr b="1" lang="en-US" sz="72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69480" y="1647360"/>
            <a:ext cx="20807640" cy="293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s-ES" sz="7200" strike="noStrike" u="none">
                <a:solidFill>
                  <a:srgbClr val="3d7edb"/>
                </a:solidFill>
                <a:effectLst/>
                <a:uFillTx/>
                <a:latin typeface="Calibri"/>
              </a:rPr>
              <a:t>TÍTULO DE DIAPOSITIVA</a:t>
            </a:r>
            <a:endParaRPr b="1" lang="en-US" sz="7200" strike="noStrike" u="none">
              <a:solidFill>
                <a:srgbClr val="3d7edb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945720" y="3600360"/>
            <a:ext cx="17135640" cy="349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800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7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Texto diapositiva</a:t>
            </a:r>
            <a:endParaRPr b="0" lang="en-US" sz="7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n 2" descr="j0216075.jpg"/>
          <p:cNvPicPr/>
          <p:nvPr/>
        </p:nvPicPr>
        <p:blipFill>
          <a:blip r:embed="rId1"/>
          <a:stretch/>
        </p:blipFill>
        <p:spPr>
          <a:xfrm>
            <a:off x="6729480" y="0"/>
            <a:ext cx="17749800" cy="1177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ítulo 1"/>
          <p:cNvSpPr/>
          <p:nvPr/>
        </p:nvSpPr>
        <p:spPr>
          <a:xfrm>
            <a:off x="938160" y="1679400"/>
            <a:ext cx="7177320" cy="253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585720"/>
                <a:tab algn="l" pos="1171440"/>
                <a:tab algn="l" pos="1757520"/>
                <a:tab algn="l" pos="2343240"/>
                <a:tab algn="l" pos="2928960"/>
                <a:tab algn="l" pos="3514680"/>
                <a:tab algn="l" pos="4100400"/>
                <a:tab algn="l" pos="4686480"/>
                <a:tab algn="l" pos="5272200"/>
                <a:tab algn="l" pos="5857920"/>
                <a:tab algn="l" pos="6443640"/>
                <a:tab algn="l" pos="7029360"/>
                <a:tab algn="l" pos="7615080"/>
                <a:tab algn="l" pos="8201160"/>
                <a:tab algn="l" pos="8786880"/>
                <a:tab algn="l" pos="9372600"/>
                <a:tab algn="l" pos="9958320"/>
                <a:tab algn="l" pos="10544040"/>
              </a:tabLst>
            </a:pPr>
            <a:r>
              <a:rPr b="1" lang="en-US" sz="7200" strike="noStrike" u="non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TÍTULO DE DIAPOSITIVA</a:t>
            </a:r>
            <a:endParaRPr b="1" lang="en-US" sz="72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72" name="CuadroTexto 4"/>
          <p:cNvSpPr/>
          <p:nvPr/>
        </p:nvSpPr>
        <p:spPr>
          <a:xfrm>
            <a:off x="3191040" y="10872720"/>
            <a:ext cx="328284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r>
              <a:rPr b="0" lang="es-ES" sz="2800" strike="noStrike" u="none">
                <a:solidFill>
                  <a:srgbClr val="ffffff"/>
                </a:solidFill>
                <a:effectLst/>
                <a:uFillTx/>
                <a:latin typeface="Helvetica Neue"/>
              </a:rPr>
              <a:t>FOTOGRAFÍA SIMULADA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Imagen 1" descr="j0216075.jpg"/>
          <p:cNvPicPr/>
          <p:nvPr/>
        </p:nvPicPr>
        <p:blipFill>
          <a:blip r:embed="rId1"/>
          <a:stretch/>
        </p:blipFill>
        <p:spPr>
          <a:xfrm>
            <a:off x="8115480" y="1276200"/>
            <a:ext cx="14961960" cy="992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CuadroTexto 2"/>
          <p:cNvSpPr/>
          <p:nvPr/>
        </p:nvSpPr>
        <p:spPr>
          <a:xfrm>
            <a:off x="4429080" y="10283760"/>
            <a:ext cx="328464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tabLst>
                <a:tab algn="l" pos="0"/>
                <a:tab algn="l" pos="825480"/>
                <a:tab algn="l" pos="1650960"/>
                <a:tab algn="l" pos="2476440"/>
                <a:tab algn="l" pos="3301920"/>
                <a:tab algn="l" pos="4127400"/>
                <a:tab algn="l" pos="4952880"/>
                <a:tab algn="l" pos="5778360"/>
                <a:tab algn="l" pos="6603840"/>
                <a:tab algn="l" pos="7429680"/>
                <a:tab algn="l" pos="8255160"/>
                <a:tab algn="l" pos="9080640"/>
                <a:tab algn="l" pos="9906120"/>
                <a:tab algn="l" pos="10731600"/>
              </a:tabLst>
            </a:pPr>
            <a:r>
              <a:rPr b="0" lang="es-ES" sz="2800" strike="noStrike" u="none">
                <a:solidFill>
                  <a:srgbClr val="000000"/>
                </a:solidFill>
                <a:effectLst/>
                <a:uFillTx/>
                <a:latin typeface="Helvetica Neue"/>
              </a:rPr>
              <a:t>FOTOGRAFÍA SIMULADA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  <p:sp>
        <p:nvSpPr>
          <p:cNvPr id="75" name="Título 1"/>
          <p:cNvSpPr/>
          <p:nvPr/>
        </p:nvSpPr>
        <p:spPr>
          <a:xfrm>
            <a:off x="938160" y="1679400"/>
            <a:ext cx="7177320" cy="253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585720"/>
                <a:tab algn="l" pos="1171440"/>
                <a:tab algn="l" pos="1757520"/>
                <a:tab algn="l" pos="2343240"/>
                <a:tab algn="l" pos="2928960"/>
                <a:tab algn="l" pos="3514680"/>
                <a:tab algn="l" pos="4100400"/>
                <a:tab algn="l" pos="4686480"/>
                <a:tab algn="l" pos="5272200"/>
                <a:tab algn="l" pos="5857920"/>
                <a:tab algn="l" pos="6443640"/>
                <a:tab algn="l" pos="7029360"/>
                <a:tab algn="l" pos="7615080"/>
                <a:tab algn="l" pos="8201160"/>
                <a:tab algn="l" pos="8786880"/>
                <a:tab algn="l" pos="9372600"/>
                <a:tab algn="l" pos="9958320"/>
                <a:tab algn="l" pos="10544040"/>
              </a:tabLst>
            </a:pPr>
            <a:r>
              <a:rPr b="1" lang="en-US" sz="7200" strike="noStrike" u="none">
                <a:solidFill>
                  <a:srgbClr val="307de1"/>
                </a:solidFill>
                <a:effectLst/>
                <a:uFillTx/>
                <a:latin typeface="Calibri"/>
                <a:ea typeface="Arial"/>
              </a:rPr>
              <a:t>TÍTULO DE DIAPOSITIVA</a:t>
            </a:r>
            <a:endParaRPr b="1" lang="en-US" sz="7200" strike="noStrike" u="none">
              <a:solidFill>
                <a:srgbClr val="000000"/>
              </a:solidFill>
              <a:effectLst/>
              <a:uFillTx/>
              <a:latin typeface="Helvetica Neu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0" y="6046920"/>
            <a:ext cx="24479280" cy="29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s-ES" sz="6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GRACIAS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3672000" y="8437680"/>
            <a:ext cx="17135280" cy="349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s-ES" sz="32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5157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2020-04-21T22:22:38Z</dcterms:created>
  <dc:creator>Usuario de Microsoft Office</dc:creator>
  <dc:description/>
  <dc:language>en-US</dc:language>
  <cp:lastModifiedBy>Karen</cp:lastModifiedBy>
  <cp:lastPrinted>2019-03-11T17:06:29Z</cp:lastPrinted>
  <dcterms:modified xsi:type="dcterms:W3CDTF">2021-06-03T17:02:14Z</dcterms:modified>
  <cp:revision>319</cp:revision>
  <dc:subject/>
  <dc:title>Presentación de PowerPoint</dc:title>
</cp:coreProperties>
</file>